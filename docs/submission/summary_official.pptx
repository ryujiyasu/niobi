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臓器移植マッチングは計算能力だけでは解決できない。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病院が医療データを共有せず、最適化すべきデータが揃わない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ことが根本原因。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「個人情報を保護しながら共有する」のではなく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「共有データから個人情報という性質を消す」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hyde暗号文は鍵なしでは乱数と計算量的に区別不能 → 個人情報保護法の「特定個人を識別できる情報」に該当しない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個人情報（氏名・連絡先）を計算層から暗号学的に分離。鍵はTPMに紐づき個人が保管。暗号文は鍵なしでは乱数と区別不能＝「個人情報」に該当しない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・厳密最適に一致・差は規模で拡大(+1.5→+3.8移植)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FTQC(2030-2040)完成で: 量子実機のQUBO求解がシミュレータを凌駕／N≥10,000の厳密解が到達可能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Q-2の根本障壁=医療データ共有のプライバシー問題をFHEで解消し量子最適化を適用。病院も国家も鍵に関与せず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個人のデータ主権を暗号学的に保証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待機中死亡の減少、恣意性排除と公平性の数学的保証、データ主権を個人へ。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交換cycle-cover(NP困難・APX困難)でQUBOの優位性が発現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(貪欲に8/8勝・厳密最適一致・差は規模で拡大)。多臓器割当は分離可能で量子優位なし(正直な負の結果)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 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