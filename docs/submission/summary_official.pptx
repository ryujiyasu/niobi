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医療データは『出せない』ために最適化できない。創薬では薬剤治療データ（治験・失敗例）が企業ごとに分断、臓器移植では病院が患者データを共有しない —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共有できないことが根本原因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。本基盤は汎用で、最も切迫した臓器移植を最初の実証、本命適用先を創薬データ共有に置く。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FTQC(2030-2040)完成で: 量子実機のQUBO求解がシミュレータを凌駕／N≥10,000の厳密解が到達可能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Q-2の根本障壁=医療データ共有のプライバシー問題をFHEで解消し量子最適化を適用。病院も国家も鍵に関与せず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個人のデータ主権を暗号学的に保証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待機中死亡の減少、手続き的恣意性の排除と評価関数の透明化、データ主権を個人へ。基盤はQoL領域横断（創薬効率化・治験・希少疾患・遺伝学）に展開。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経済(臓器移植の実証規模):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今までになかった量子有用性を創出する問題構造の発見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：割当は分離可能で量子不要(負の結果)→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交換cycle-cover(NP困難・APX困難)はQUBOが効く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(正の結果)。貪欲に8/8勝・厳密最適一致・差は規模で拡大。問題のカテゴリを正しく選び直した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