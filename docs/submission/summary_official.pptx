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単一臓器マッチング: 手法別マッチ数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Greedy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N=20</c:v>
                </c:pt>
                <c:pt idx="1">
                  <c:v>N=30</c:v>
                </c:pt>
                <c:pt idx="2">
                  <c:v>N=50</c:v>
                </c:pt>
                <c:pt idx="3">
                  <c:v>N=75</c:v>
                </c:pt>
                <c:pt idx="4">
                  <c:v>N=100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23</c:v>
                </c:pt>
                <c:pt idx="2">
                  <c:v>38</c:v>
                </c:pt>
                <c:pt idx="3">
                  <c:v>67</c:v>
                </c:pt>
                <c:pt idx="4">
                  <c:v>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Hungarian(最適)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N=20</c:v>
                </c:pt>
                <c:pt idx="1">
                  <c:v>N=30</c:v>
                </c:pt>
                <c:pt idx="2">
                  <c:v>N=50</c:v>
                </c:pt>
                <c:pt idx="3">
                  <c:v>N=75</c:v>
                </c:pt>
                <c:pt idx="4">
                  <c:v>N=100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26</c:v>
                </c:pt>
                <c:pt idx="2">
                  <c:v>39</c:v>
                </c:pt>
                <c:pt idx="3">
                  <c:v>75</c:v>
                </c:pt>
                <c:pt idx="4">
                  <c:v>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N=20</c:v>
                </c:pt>
                <c:pt idx="1">
                  <c:v>N=30</c:v>
                </c:pt>
                <c:pt idx="2">
                  <c:v>N=50</c:v>
                </c:pt>
                <c:pt idx="3">
                  <c:v>N=75</c:v>
                </c:pt>
                <c:pt idx="4">
                  <c:v>N=100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</c:v>
                </c:pt>
                <c:pt idx="1">
                  <c:v>26</c:v>
                </c:pt>
                <c:pt idx="2">
                  <c:v>39</c:v>
                </c:pt>
                <c:pt idx="3">
                  <c:v>74</c:v>
                </c:pt>
                <c:pt idx="4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安河内 竜二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M2Labo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臓器移植マッチングは計算能力だけでは解決できない。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病院が医療データを共有せず、最適化すべきデータが揃わない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ことが根本原因。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脳死ドナー1人→最大8臓器の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多臓器同時割当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は臓器間相互依存・複合移植により多次元マッチング(k≥3でNP困難)。古典の多項式時間解なし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「個人情報を保護しながら共有する」のではなく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「共有データから個人情報という性質を消す」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hyde暗号文は鍵なしでは乱数と計算量的に区別不能 → 個人情報保護法の「特定個人を識別できる情報」に該当しない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多臓器同時割当の組合せ最適化（k≥3でNP困難、Hungarian不可）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個人情報（氏名・連絡先）を計算層から暗号学的に分離。鍵はTPMに紐づき個人が保管。暗号文は鍵なしでは乱数と区別不能＝「個人情報」に該当しない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多臓器同時割当: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OPTN/SRTR 2023の文献値でパラメータを事前固定(SLK 7.9%/SPK 79.2%/心肺1.3%、脳死130件/年)。Independent greedy vs QUBO joint optimizationを比較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多臓器(核心):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スコア差は±数%で非有意だが質的差は決定的。Independent greedyは複合移植患者への完全割当が全シナリオ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0件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、QUBO joint最適化は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2-4人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に両臓器を割当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単一臓器はHungarianで十分だが、複合移植・多臓器同時割当ではIndependent手法が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構造的に不可能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→ QUBOが必要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FTQC(2030-2040)完成で: 量子実機のQUBO求解がシミュレータを凌駕／N≥10,000の厳密解が到達可能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遺伝学展開(80億×80億のペア比較)では量子が「あれば速い」ではなく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「ないと解けない」前提条件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Q-2の根本障壁=医療データ共有のプライバシー問題をFHEで解消し量子最適化を適用。病院も国家も鍵に関与せず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個人のデータ主権を暗号学的に保証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待機中死亡の減少、恣意性排除と公平性の数学的保証、データ主権を個人へ。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多臓器同時割当(k≥3でNP困難)でQUBOの優位性が発現。複合移植患者への質的対応(Independent 0件 vs QUBO 2-4人)。遺伝学展開では量子が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必要条件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FHE+ZKP+PQC+TEE+多臓器QUBO統合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QUBO(多臓器同時)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単一臓器ではHungarian(O(N³))が最適、QUBOはほぼ同等で優位性なし（正直な結果）。</a:t>
            </a:r>
          </a:p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量子の真価は多臓器同時割当に現れる 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3A6B3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多臓器同時割当（核心）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複合移植患者への両臓器割当：Independent greedy 0件 / QUBO 2〜4人/シナリオ（OPTN/SRTR 2023文献値で事前固定）。k≥3でNP困難、Hungarian適用不可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 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Hiroki Okuda (JP)</dc:creator>
  <cp:lastModifiedBy>Hiroki Okuda (JP)</cp:lastModifiedBy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