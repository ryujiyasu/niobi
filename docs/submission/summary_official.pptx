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交換cycle-cover: 移植数（不適合ペア数N別, 8シード平均）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貪欲 cycle検出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7.8</c:v>
                </c:pt>
                <c:pt idx="2">
                  <c:v>11.2</c:v>
                </c:pt>
                <c:pt idx="3">
                  <c:v>13.8</c:v>
                </c:pt>
                <c:pt idx="4">
                  <c:v>22.5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6.8</c:v>
                </c:pt>
                <c:pt idx="1">
                  <c:v>10.0</c:v>
                </c:pt>
                <c:pt idx="2">
                  <c:v>13.9</c:v>
                </c:pt>
                <c:pt idx="3">
                  <c:v>17.4</c:v>
                </c:pt>
                <c:pt idx="4">
                  <c:v>26.2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臓器移植マッチングは計算能力だけでは解決できない。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病院が医療データを共有せず、最適化すべきデータが揃わない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ことが根本原因。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割当(単一/多臓器)は古典で最適に解ける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が、直接マッチング不成立の不適合ペアの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交換(2-/3-way cycle-cover)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は頂点素な最大重み集合パッキング=NP困難。貪欲は構造的に劣り大域最適化が要る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「個人情報を保護する」だけでなく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「共有時点で受領者にとっての識別性を暗号学的に消す」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（受領者視点。元の管理者には個人情報として適用継続）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hyde暗号文は鍵なしでは乱数と区別不能 → 再識別手段を持たない受領者の視点では「個人データ」に該当しないと合理的に主張可（ECJ SRB判決の射程、元管理者の義務は残る）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交換cycle-cover最適化（NP困難・集合パッキング）。多臓器割当は適合スコア応用層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個人情報（氏名・連絡先）を計算層から暗号学的に分離。鍵はTPMに紐づき個人が保管。暗号文は鍵なしでは乱数と区別不能＝受領者視点で識別性なし（元管理者には適用継続）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ランダム不適合プールで貪欲サイクル検出 vs QUBO(焼きなまし) vs 厳密最適を移植数で比較(各サイズ8シード、2-/3-way)。多臓器割当はOPTN/SRTR 2023文献値で適合スコアを検証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多臓器(負の結果):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救命数では分離可能=smart greedy=QUBO=厳密最適、量子優位なし。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交換cycle-cover(本命):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QUBOが貪欲に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8/8勝利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・厳密最適に一致・差は規模で拡大(+1.5→+3.8移植)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割当(単一/多臓器)は古典で十分。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真にNP困難な交換cycle-coverでQUBOが必要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— 貪欲は容易な2-wayを取り優れた3-wayを潰す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FTQC(2030-2040)完成で: 量子実機のQUBO求解がシミュレータを凌駕／N≥10,000の厳密解が到達可能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遺伝学展開(80億規模)では最適化が組み合わせ的に爆発し古典厳密解が破綻、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量子アニーリングがスケーラブルな求解経路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になる(forward-looking)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Q-2の根本障壁=医療データ共有のプライバシー問題をFHEで解消し量子最適化を適用。病院も国家も鍵に関与せず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個人のデータ主権を暗号学的に保証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待機中死亡の減少、計算過程の手続き的恣意性の排除と評価関数の透明化、データ主権を個人へ。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交換cycle-cover(NP困難・APX困難)でQUBOの優位性が発現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(貪欲に8/8勝・厳密最適一致・差は規模で拡大)。多臓器割当は分離可能で量子優位なし(正直な負の結果)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FHE+ZKP+PQC+TEE+交換cycle-cover 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QUBO(交換cycle-cover)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交換cycle-cover(NP困難)でQUBOは貪欲を全インスタンス(8/8)で上回り、厳密解可能域で厳密最適に一致。差は規模で拡大。</a:t>
            </a:r>
          </a:p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単一臓器・多臓器割当は古典で最適＝量子優位なし（正直な切り分け）→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6B6B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割当は分離可能（量子は不要）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単一臓器=Hungarian最適。多臓器同時割当も救命数では smart greedy=QUBO=厳密最適。当初の複合移植優位仮説はベンチで否定（正直な負の結果）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 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