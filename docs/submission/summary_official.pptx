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スクリーニング採択者でないため該当なし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医療データは『出せない』ために最適化できない。創薬では薬剤治療データ（治験・失敗例）が企業ごとに分断、臓器移植では病院が患者データを共有しない —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共有できないことが根本原因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。本基盤は汎用で、最も切迫した臓器移植を最初の実証、本命適用先を創薬データ共有に置く。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「個人情報を保護する」だけでなく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「共有時点で受領者にとっての識別性を暗号学的に消す」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（受領者視点。元の管理者には個人情報として適用継続）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hyde暗号文は鍵なしでは乱数と区別不能 → 再識別手段を持たない受領者の視点では「個人データ」に該当しないと合理的に主張可（ECJ SRB判決の射程、元管理者の義務は残る）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個人情報（氏名・連絡先）を計算層から暗号学的に分離。鍵はTPMに紐づき個人が保管。暗号文は鍵なしでは乱数と区別不能＝受領者視点で識別性なし（元管理者には適用継続）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・厳密最適に一致・差は規模で拡大(+1.6→+3.7移植)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21µs(test_small)、full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FTQC(2030-2040)で大規模化: 問題構造はSAで実証済、実機での求解時間・解品質の比較は今後の課題／N≥10,000へは古典手法との併用で拡張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Q-2の根本障壁=医療データ共有のプライバシー問題を計算層・保護層の分離で解消し量子最適化を適用。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身元情報の鍵は個人がTPM保持／計算の鍵はt-of-n閾値機関に分散＝単一機関に鍵が集中しない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待機中死亡の減少、手続き的恣意性の排除と評価関数の透明化、データ主権を個人へ。基盤はQoL領域横断（創薬効率化・治験・希少疾患・遺伝学）に展開。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経済(臓器移植の実証規模):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今までになかった量子有用性を創出する問題構造の発見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：割当は分離可能で量子不要(負の結果)→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交換cycle-cover(NP困難・APX困難)はQUBOが効く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(正の結果)。貪欲に8/8勝・厳密最適一致・差は規模で拡大。問題のカテゴリを正しく選び直した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21µs（test_small）／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